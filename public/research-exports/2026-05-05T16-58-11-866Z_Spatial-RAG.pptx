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152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论文内容摘要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自动生成的论文汇报初稿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0972800" cy="384048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377440"/>
            <a:ext cx="10241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methods—such as spatial databases and GIS query systems—lack the ability to effectively interpret users’ natural language questions [16]. On the other hand, large language models (LLMs) exhibit strong linguistic competence but struggle with spatial computing and geospatial grounding [15]. Recent efforts to bridge this gap have focused on prompt engineering [18, 7], but these approaches heavily rely on LLMs’ internal…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汇报模式：组会汇报风格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5074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用户补充要求：warn check 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汇报提纲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4937760" cy="420624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828800"/>
            <a:ext cx="42062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4155"/>
                </a:solidFill>
              </a:rPr>
              <a:t>1. 研究问题与任务定义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34155"/>
                </a:solidFill>
              </a:rPr>
              <a:t>2. 方法总览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34155"/>
                </a:solidFill>
              </a:rPr>
              <a:t>3. 核心模块拆解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34155"/>
                </a:solidFill>
              </a:rPr>
              <a:t>4. 技术流程与实验设置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34155"/>
                </a:solidFill>
              </a:rPr>
              <a:t>5. 结果与创新点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217920" y="210312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建议讲解方式：先总览，再拆模块，最后回到结果与创新点。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研究问题与任务定义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097280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100584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Abstract Answering real-world geospatial questions—such as finding restaurants along a travel route or amenities near a landmark—requires reasoning over both geographic relationships and semantic user intent. However, Existing large langua…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输入信息：Experiments across multiple tourism and map-based QA datasets show that Spatial-RAG significantly improves accuracy, pr…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输入信息：Some work has explored fine-tuning LLMs on spatial tasks , but the resulting models are often tailored to narrow applic…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输入信息：For example, as illustrated in Figure 1, answering the question requires LLMs to elicit and formulate the user’s textua…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046720" y="5577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这一页用于快速说明论文到底在解决什么任务。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方法总览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097280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100584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methods—such as spatial databases and GIS query systems—lack the ability to effectively interpret users’ natural language questions [16]. On the other hand, large language models (LLMs) exhibit strong linguistic competence but struggle with spatial computing and geospatial grounding [15]. Recent efforts to bridge this gap have focused on prompt engineering [18, 7], but these approaches heavily rely on LLMs’ internal…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核心模块：Specifically, to identify spatially relevant candidate answers, we propose a novel spatial hybrid retrieval module syne…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核心模块：In RAG , a retrieval module fetches relevant passages from a large-scale knowledge corpus , which are then fused with t…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核心模块：Extracting spatial requirements and ranking via cosine similarity Given a user query q and a set of text descriptions d…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核心模块：E is the text encoder.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046720" y="5577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建议汇报时先讲清整体方法，再逐步展开关键模块。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核心模块拆解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097280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100584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Specifically, to identify spatially relevant candidate answers, we propose a novel spatial hybrid retrieval module syne…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In RAG , a retrieval module fetches relevant passages from a large-scale knowledge corpus , which are then fused with t…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Extracting spatial requirements and ranking via cosine similarity Given a user query q and a set of text descriptions d…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E is the text encoder.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046720" y="5577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适合逐个解释模块功能、连接关系和作用。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技术流程与实验设置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097280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100584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流程阶段：It formulates the answering process as a multi-objective optimization over spatial and semantic relevance, identifying…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流程阶段：In this paper, we introduce Spatial Retrieval-Augmented Generation , a new framework that unifies text-guided spatial r…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流程阶段：• Real-world evaluation: We evaluated our method on multiple real-world datasets consisting of user-generated QA pairs…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流程阶段：Resolving such queries requires a profound understanding of spatial concepts and robust reasoning skills, which largely…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输出结果：arXiv:2502.18470v5 11 Jun 2025 Spatial-RAG: Spatial Retrieval Augmented Generation for Real-World Geospatial Reasoning…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输出结果：To bridge this gap, we introduce Spatial-RAG, a Retrieval-Augmented Generation framework designed for geospatial ques-…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输出结果：Some work has explored fine-tuning LLMs on spatial tasks , but the resulting models are often tailored to narrow applic…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046720" y="5577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可结合实验设置、训练流程或推理路径展开讲解。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结果与创新点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097280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100584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结果：arXiv:2502.18470v5 11 Jun 2025 Spatial-RAG: Spatial Retrieval Augmented Generation for Real-World Geospatial Reasoning…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结果：To bridge this gap, we introduce Spatial-RAG, a Retrieval-Augmented Generation framework designed for geospatial ques-…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结果：Some work has explored fine-tuning LLMs on spatial tasks , but the resulting models are often tailored to narrow applic…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结果：Thus, the system must seamlessly integrate structured spatial retrieval with unstructured text-based reasoning, ensurin…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创新点：contribution.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创新点：Geospatial reasoning has a longstanding role in AI research, yet classical methods—such as spatial databases and GIS qu…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创新点：用户强调：warn check 3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046720" y="5577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这一页建议用于总结价值、亮点和可扩展方向。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Paperviz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论文内容摘要</dc:title>
  <dc:subject>Paper to PPT</dc:subject>
  <dc:creator>Paperviz</dc:creator>
  <cp:lastModifiedBy>Paperviz</cp:lastModifiedBy>
  <cp:revision>1</cp:revision>
  <dcterms:created xsi:type="dcterms:W3CDTF">2026-05-05T16:58:11Z</dcterms:created>
  <dcterms:modified xsi:type="dcterms:W3CDTF">2026-05-05T16:58:11Z</dcterms:modified>
</cp:coreProperties>
</file>