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73152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293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论文内容摘要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640080" y="1463040"/>
            <a:ext cx="5943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</a:rPr>
              <a:t>自动生成的论文汇报初稿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72800" cy="384048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377440"/>
            <a:ext cx="102412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4155"/>
                </a:solidFill>
              </a:rPr>
              <a:t>methods extract the linear depen- dencies for forecasting, representatives of which include auto- regressive integrated moving average (ARIMA) and vector auto- regression (VAR). But these methods cannot handle the complex nonlinear correlations in spatio-temporal data, because they are based on the linear dependency assumption. Additionally, they lack the ability to extract the spatial proximity. With the rapid incr…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</a:rPr>
              <a:t>汇报模式：组会汇报风格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914400" y="50749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</a:rPr>
              <a:t>用户补充要求：无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汇报提纲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731520" y="1371600"/>
            <a:ext cx="4937760" cy="4206240"/>
          </a:xfrm>
          <a:prstGeom prst="roundRect">
            <a:avLst/>
          </a:prstGeom>
          <a:solidFill>
            <a:srgbClr val="EAF2FF"/>
          </a:solidFill>
          <a:ln w="12700">
            <a:solidFill>
              <a:srgbClr val="D7E3F4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97280" y="1828800"/>
            <a:ext cx="4206240" cy="3108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1. 研究问题与任务定义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2. 方法总览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3. 核心模块拆解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4. 技术流程与实验设置</a:t>
            </a:r>
            <a:endParaRPr lang="en-US" sz="2200" dirty="0"/>
          </a:p>
          <a:p>
            <a:pPr indent="0" marL="0">
              <a:buNone/>
            </a:pPr>
            <a:r>
              <a:rPr lang="en-US" sz="2200" b="1" dirty="0">
                <a:solidFill>
                  <a:srgbClr val="334155"/>
                </a:solidFill>
              </a:rPr>
              <a:t>5. 结果与创新点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6217920" y="2103120"/>
            <a:ext cx="4754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475569"/>
                </a:solidFill>
              </a:rPr>
              <a:t>建议讲解方式：先总览，再拆模块，最后回到结果与创新点。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研究问题与任务定义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Abstract —As the spatio-temporal data of a city is not always available, insufficient data would lead to poor performance in some urban prediction tasks. Existing works utilize transfer learning to solve the data scarcity problem, but they…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输入信息：Convolution neural networks extracts local spatial features to model spatio-temporal relationships of a city, which is…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输入信息：It is composed of four parts: feature extractor, feature domain discriminator, knowl- edge domain discriminator and pre…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输入信息：Specifically, a spatio- temporal network is constructed as a feature extractor to capture the hidden spatio-temporal re…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这一页用于快速说明论文到底在解决什么任务。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方法总览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methods extract the linear depen- dencies for forecasting, representatives of which include auto- regressive integrated moving average (ARIMA) and vector auto- regression (VAR). But these methods cannot handle the complex nonlinear correlations in spatio-temporal data, because they are based on the linear dependency assumption. Additionally, they lack the ability to extract the spatial proximity. With the rapid incr…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核心模块：Specifically, 1) the self- adaptive spatio-temporal knowledge is mined, to learn the latent spatial and temporal patter…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核心模块：Note that our CityTrans is an end-to-end domain adversarial spatio-temporal network without two-stage training (i.e., p…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核心模块：Index Terms —Urban computing, graph neural network, tran- sfer learning, spatio-temporal prediction.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核心模块：Particularly, recurrent neural networks , including gated recurrent unit and long short-term memory network , perform w…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建议汇报时先讲清整体方法，再逐步展开关键模块。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核心模块拆解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Specifically, 1) the self- adaptive spatio-temporal knowledge is mined, to learn the latent spatial and temporal patter…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Note that our CityTrans is an end-to-end domain adversarial spatio-temporal network without two-stage training (i.e., p…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Index Terms —Urban computing, graph neural network, tran- sfer learning, spatio-temporal prediction.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Particularly, recurrent neural networks , including gated recurrent unit and long short-term memory network , perform w…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适合逐个解释模块功能、连接关系和作用。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10515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E293B"/>
                </a:solidFill>
              </a:rPr>
              <a:t>技术流程与实验设置</a:t>
            </a:r>
            <a:endParaRPr lang="en-US" sz="2200" dirty="0"/>
          </a:p>
        </p:txBody>
      </p:sp>
      <p:sp>
        <p:nvSpPr>
          <p:cNvPr id="3" name="Shape 1"/>
          <p:cNvSpPr/>
          <p:nvPr/>
        </p:nvSpPr>
        <p:spPr>
          <a:xfrm>
            <a:off x="640080" y="1188720"/>
            <a:ext cx="10972800" cy="4937760"/>
          </a:xfrm>
          <a:prstGeom prst="roundRect">
            <a:avLst/>
          </a:prstGeom>
          <a:solidFill>
            <a:srgbClr val="F8FAFC"/>
          </a:solidFill>
          <a:ln w="12700">
            <a:solidFill>
              <a:srgbClr val="D9E1E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914400" y="1645920"/>
            <a:ext cx="10058400" cy="4023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流程阶段：1, JANUARY 2024 CityTrans: Domain-Adversarial Training With Knowledge Transfer for Spatio-Temporal Prediction Across Ci…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流程阶段：Specifically, 1) the self- adaptive spatio-temporal knowledge is mined, to learn the latent spatial and temporal patter…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流程阶段：Note that our CityTrans is an end-to-end domain adversarial spatio-temporal network without two-stage training (i.e., p…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流程阶段：The superior performance of these deep learning methods is based on large-scale training data, which is not always acce…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输出结果：1, JANUARY 2024 CityTrans: Domain-Adversarial Training With Knowledge Transfer for Spatio-Temporal Prediction Across Ci…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输出结果：In this paper, we propose a domain adversarial model with knowledge transfer for spatio-temporal prediction across citi…</a:t>
            </a:r>
            <a:endParaRPr lang="en-US" sz="1900" dirty="0"/>
          </a:p>
          <a:p>
            <a:pPr marL="203200" indent="-203200">
              <a:buSzPct val="100000"/>
              <a:buChar char="•"/>
            </a:pPr>
            <a:r>
              <a:rPr lang="en-US" sz="1900" dirty="0">
                <a:solidFill>
                  <a:srgbClr val="334155"/>
                </a:solidFill>
              </a:rPr>
              <a:t>输出结果：Finally, we conduct extensive experiments on two spatio-temporal prediction tasks: traffic prediction, and air quality…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8046720" y="5577840"/>
            <a:ext cx="3291840" cy="274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</a:rPr>
              <a:t>可结合实验设置、训练流程或推理路径展开讲解。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 standalone="yes"?>
<p:sld xmlns:a="http://schemas.openxmlformats.org/drawingml/2006/main" xmlns:r="http://schemas.openxmlformats.org/officeDocument/2006/relationships" xmlns:p="http://schemas.openxmlformats.org/presentationml/2006/main"><p:cSld name="Slide 7"><p:bg><p:bgPr><a:solidFill><a:srgbClr val="FFFFFF"/></a:solidFill></p:bgPr></p:bg><p:spTree><p:nvGrpSpPr><p:cNvPr id="1" name=""/><p:cNvGrpSpPr/><p:nvPr/></p:nvGrpSpPr><p:grpSpPr><a:xfrm><a:off x="0" y="0"/><a:ext cx="0" cy="0"/><a:chOff x="0" y="0"/><a:chExt cx="0" cy="0"/></a:xfrm></p:grpSpPr><p:sp><p:nvSpPr><p:cNvPr id="2" name="Text 0"></p:cNvPr><p:cNvSpPr/><p:nvPr></p:nvPr></p:nvSpPr><p:spPr><a:xfrm><a:off x="640080" y="548640"/><a:ext cx="10515600" cy="457200"/></a:xfrm><a:prstGeom prst="rect"><a:avLst></a:avLst></a:prstGeom><a:noFill/><a:ln></a:ln></p:spPr><p:txBody><a:bodyPr wrap="square" rtlCol="0" anchor="ctr"></a:bodyPr><a:lstStyle/><a:p><a:pPr indent="0" marL="0"><a:buNone/></a:pPr><a:r><a:rPr lang="en-US" sz="2200" b="1" dirty="0"><a:solidFill><a:srgbClr val="1E293B"/></a:solidFill></a:rPr><a:t>结果与创新点</a:t></a:r><a:endParaRPr lang="en-US" sz="2200" dirty="0"/></a:p></p:txBody></p:sp><p:sp><p:nvSpPr><p:cNvPr id="3" name="Shape 1"></p:cNvPr><p:cNvSpPr/><p:nvPr></p:nvPr></p:nvSpPr><p:spPr><a:xfrm><a:off x="640080" y="1188720"/><a:ext cx="10972800" cy="4937760"/></a:xfrm><a:prstGeom prst="roundRect"><a:avLst></a:avLst></a:prstGeom><a:solidFill><a:srgbClr val="F8FAFC"/></a:solidFill><a:ln w="12700"><a:solidFill><a:srgbClr val="D9E1EA"/></a:solidFill><a:prstDash val="solid"/></a:ln></p:spPr></p:sp><p:sp><p:nvSpPr><p:cNvPr id="4" name="Text 2"></p:cNvPr><p:cNvSpPr/><p:nvPr></p:nvPr></p:nvSpPr><p:spPr><a:xfrm><a:off x="914400" y="1645920"/><a:ext cx="10058400" cy="4023360"/></a:xfrm><a:prstGeom prst="rect"><a:avLst></a:avLst></a:prstGeom><a:noFill/><a:ln></a:ln></p:spPr><p:txBody><a:bodyPr wrap="square" rtlCol="0" anchor="t"></a:bodyPr><a:lstStyle/><a:p><a:pPr marL="203200" indent="-203200"><a:buSzPct val="100000"/><a:buChar char="&#x2022;"/></a:pPr><a:r><a:rPr lang="en-US" sz="1900" dirty="0"><a:solidFill><a:srgbClr val="334155"/></a:solidFill></a:rPr><a:t>结果：1, JANUARY 2024 CityTrans: Domain-Adversarial Training With Knowledge Transfer for Spatio-Temporal Prediction Across Ci…</a:t></a:r><a:endParaRPr lang="en-US" sz="1900" dirty="0"/></a:p><a:p><a:pPr marL="203200" indent="-203200"><a:buSzPct val="100000"/><a:buChar char="&#x2022;"/></a:pPr><a:r><a:rPr lang="en-US" sz="1900" dirty="0"><a:solidFill><a:srgbClr val="334155"/></a:solidFill></a:rPr><a:t>结果：In this paper, we propose a domain adversarial model with knowledge transfer for spatio-temporal prediction across citi…</a:t></a:r><a:endParaRPr lang="en-US" sz="1900" dirty="0"/></a:p><a:p><a:pPr marL="203200" indent="-203200"><a:buSzPct val="100000"/><a:buChar char="&#x2022;"/></a:pPr><a:r><a:rPr lang="en-US" sz="1900" dirty="0"><a:solidFill><a:srgbClr val="334155"/></a:solidFill></a:rPr><a:t>结果：Finally, we conduct extensive experiments on two spatio-temporal prediction tasks: traffic prediction, and air quality…</a:t></a:r><a:endParaRPr lang="en-US" sz="1900" dirty="0"/></a:p><a:p><a:pPr marL="203200" indent="-203200"><a:buSzPct val="100000"/><a:buChar char="&#x2022;"/></a:pPr><a:r><a:rPr lang="en-US" sz="1900" dirty="0"><a:solidFill><a:srgbClr val="334155"/></a:solidFill></a:rPr><a:t>结果：Experimental results demonstrate that CityTrans outperforms state-of-the-art models on all tasks by a significant margi…</a:t></a:r><a:endParaRPr lang="en-US" sz="1900" dirty="0"/></a:p><a:p><a:pPr marL="203200" indent="-203200"><a:buSzPct val="100000"/><a:buChar char="&#x2022;"/></a:pPr><a:r><a:rPr lang="en-US" sz="1900" dirty="0"><a:solidFill><a:srgbClr val="334155"/></a:solidFill></a:rPr><a:t>创新点：contributions as follows.</a:t></a:r><a:endParaRPr lang="en-US" sz="1900" dirty="0"/></a:p><a:p><a:pPr marL="203200" indent="-203200"><a:buSzPct val="100000"/><a:buChar char="&#x2022;"/></a:pPr><a:r><a:rPr lang="en-US" sz="1900" dirty="0"><a:solidFill><a:srgbClr val="334155"/></a:solidFill></a:rPr><a:t>创新点： To the best of our knowledge, we are the first to propose an end-to-end graph-based domain adversarial framework for…</a:t></a:r><a:endParaRPr lang="en-US" sz="1900" dirty="0"/></a:p></p:txBody></p:sp><p:sp><p:nvSpPr><p:cNvPr id="5" name="Text 3"></p:cNvPr><p:cNvSpPr/><p:nvPr></p:nvPr></p:nvSpPr><p:spPr><a:xfrm><a:off x="8046720" y="5577840"/><a:ext cx="3291840" cy="274320"/></a:xfrm><a:prstGeom prst="rect"><a:avLst></a:avLst></a:prstGeom><a:noFill/><a:ln></a:ln></p:spPr><p:txBody><a:bodyPr wrap="square" rtlCol="0" anchor="ctr"><a:normAutofit/></a:bodyPr><a:lstStyle/><a:p><a:pPr indent="0" marL="0"><a:buNone/></a:pPr><a:r><a:rPr lang="en-US" sz="900" i="1" dirty="0"><a:solidFill><a:srgbClr val="64748B"/></a:solidFill></a:rPr><a:t>这一页建议用于总结价值、亮点和可扩展方向。</a:t></a:r><a:endParaRPr lang="en-US" sz="900" dirty="0"/></a:p></p:txBody></p:sp></p:spTree></p:cSld><p:clrMapOvr><a:masterClrMapping/></p:clrMapOvr>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Paperviz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论文内容摘要</dc:title>
  <dc:subject>Paper to PPT</dc:subject>
  <dc:creator>Paperviz</dc:creator>
  <cp:lastModifiedBy>Paperviz</cp:lastModifiedBy>
  <cp:revision>1</cp:revision>
  <dcterms:created xsi:type="dcterms:W3CDTF">2026-05-06T14:11:41Z</dcterms:created>
  <dcterms:modified xsi:type="dcterms:W3CDTF">2026-05-06T14:11:41Z</dcterms:modified>
</cp:coreProperties>
</file>