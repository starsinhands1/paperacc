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 focus on the prediction for only a single type of traffic data. For example, Yao et al. [34] and Geng et al. [9] propose different models for travel demands prediction, while Zhang et al. [38] and Pan et al. [23] design different models for traffic flows prediction. We argue that the correlation between travel demands and traffic flows should not be negligible, and instead, utilizing such correlations can fu…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—In this paper, we study how to jointly predict travel demands and traffic flows for all regions of a city at a future time interval. From an empirical analysis of traffic data, we outline three desired properties, namely region-l…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输入信息：Extensive experiments on two real datasets verify the high effectiveness of our model.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输入信息：Therefore, we study how to jointly predict travel demands and traffic flows, with a focus on region-level traffic predi…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输入信息：In particular, we encode the given input as follows.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 focus on the prediction for only a single type of traffic data. For example, Yao et al. [34] and Geng et al. [9] propose different models for travel demands prediction, while Zhang et al. [38] and Pan et al. [23] design different models for traffic flows prediction. We argue that the correlation between travel demands and traffic flows should not be negligible, and instead, utilizing such correlations can fu…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核心模块：Then, we propose a comprehensive neural network based traffic prediction model, where various effective embeddings or 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we utilize road network connec- tions and spatial neighborhoods to create connectivity-aware graph and 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核心模块：Subsequently, we use the graph neural network model GAT (Graph Attention Networks) to generate representations based on…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核心模块：To capture the former, we apply sequence encoding models to encode past information, and propose some novel fusion fram…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Then, we propose a comprehensive neural network based traffic prediction model, where various effective embeddings or 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we utilize road network connec- tions and spatial neighborhoods to create connectivity-aware graph and 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Subsequently, we use the graph neural network model GAT (Graph Attention Networks) to generate representations based on…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To capture the former, we apply sequence encoding models to encode past information, and propose some novel fusion fram…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We conduct a comprehensive evaluation on two real world datasets.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addition, we design several loss functions to compute the loss between estimated and actual traffic, to facilitate o…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输出结果：An Effective Joint Prediction Model for Travel Demands and Traffic Flows Haitao Yuan † , Guoliang Li † , Zhifeng Bao ‡…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输出结果：Then, we propose a comprehensive neural network based traffic prediction model, where various effective embeddings or 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输出结果：Traffic prediction is crucial to many transportation services such as taxi dispatching, route planning, and congestion…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结果：An Effective Joint Prediction Model for Travel Demands and Traffic Flows Haitao Yuan † , Guoliang Li † , Zhifeng Bao ‡…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结果：Then, we propose a comprehensive neural network based traffic prediction model, where various effective embeddings or 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结果：Traffic prediction is crucial to many transportation services such as taxi dispatching, route planning, and congestion…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结果：There have been considerable studies on this topic, such as traffic flow prediction , , , , , , , , and travel demand 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创新点：contributions: • We design a comprehensive neural network model, DeepTP , that can fully exploit regions, time interval…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创新点：To our best knowledge, this is the first work studying the joint prediction of traffic data 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创新点：• We construct three spatial graphs to capture two different forms of region-level correlations, based on which we prop…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创新点：• We propose effective embedding methods to generate hidden representations for time intervals by utilizing the tempora…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2026-05-06T12:32:57Z</dcterms:created>
  <dcterms:modified xsi:type="dcterms:W3CDTF">2026-05-06T12:32:57Z</dcterms:modified>
</cp:coreProperties>
</file>