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论文内容摘要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自动生成的论文汇报初稿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汇报模式：组会汇报风格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用户补充要求：warn check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1. 研究问题与任务定义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2. 方法总览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3. 核心模块拆解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4. 技术流程与实验设置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5. 结果与创新点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建议讲解方式：先总览，再拆模块，最后回到结果与创新点。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研究问题与任务定义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Abstract Answering real-world geospatial questions—such as finding restaurants along a travel route or amenities near a landmark—requires reasoning over both geographic relationships and semantic user intent. However, Existing large langua…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输入信息：Experiments across multiple tourism and map-based QA datasets show that Spatial-RAG significantly improves accuracy, pr…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输入信息：For example, as illustrated in Figure 1, answering the question requires LLMs to elicit and formulate the user’s textua…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这一页用于快速说明论文到底在解决什么任务。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方法总览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建议汇报时先讲清整体方法，再逐步展开关键模块。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核心模块拆解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适合逐个解释模块功能、连接关系和作用。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技术流程与实验设置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流程阶段：It formulates the answering process as a multi-objective optimization over spatial and semantic relevance, identifying…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流程阶段：In this paper, we introduce Spatial Retrieval-Augmented Generation , a new framework that unifies text-guided spatial 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流程阶段：• Real-world evaluation: We evaluated our method on multiple real-world datasets consisting of user-generated QA pairs…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流程阶段：Resolving such queries requires a profound understanding of spatial concepts and robust reasoning skills, which largely…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输出结果：Some work has explored fine-tuning LLMs on spatial tasks , but the resulting models are often tailored to narrow applic…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可结合实验设置、训练流程或推理路径展开讲解。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结果与创新点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结果：Thus, the system must seamlessly integrate structured spatial retrieval with unstructured text-based reasoning, ensurin…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创新点：contribution.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创新点：Geospatial reasoning has a longstanding role in AI research, yet classical methods—such as spatial databases and GIS qu…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创新点：用户强调：warn check 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这一页建议用于总结价值、亮点和可扩展方向。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论文内容摘要</dc:title>
  <dc:subject>Paper to PPT</dc:subject>
  <dc:creator>Paperviz</dc:creator>
  <cp:lastModifiedBy>Paperviz</cp:lastModifiedBy>
  <cp:revision>1</cp:revision>
  <dcterms:created xsi:type="dcterms:W3CDTF">2026-05-05T16:56:45Z</dcterms:created>
  <dcterms:modified xsi:type="dcterms:W3CDTF">2026-05-05T16:56:45Z</dcterms:modified>
</cp:coreProperties>
</file>