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method. In the conversation manage panel, users can choose search method and the LLM for each conversation. Additionally, the studio visualize the intermediate “thinking” process of the TrustRAG, in- cluding query understanding, document selection, answer reasoning, and sentence citation, to enhance reliability and transparency. 3 TRUSTRAG LIBRARY TrustRAG is a configurable and modular Retrieval-Augmented Gen- erati…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Retrieval-Augmented Generation (RAG) has emerged as a crucial technique for enhancing large models with real-time and domain- specific knowledge. While numerous improvements and open-source tools have been proposed to refine the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输入信息：Specifically, in the indexing stage, we propose a semantic-enhanced chunking strategy that incorporates hierarchical 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输入信息：In the retrieval stage, we introduce a utility-based filtering mecha- nism to identify high-quality information, suppor…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输入信息：On the other hand, it utilizes LLM to reason and generate text, improving the accuracy of the answer.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method. In the conversation manage panel, users can choose search method and the LLM for each conversation. Additionally, the studio visualize the intermediate “thinking” process of the TrustRAG, in- cluding query understanding, document selection, answer reasoning, and sentence citation, to enhance reliability and transparency. 3 TRUSTRAG LIBRARY TrustRAG is a configurable and modular Retrieval-Augmented Gen- erati…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核心模块：TrustRAG: An Information Assistant with Retrieval Augmented Generation Yixing Fan † , ‡ , Qiang Yan † , Wenshan Wang †…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核心模块：While numerous improvements and open-source tools have been proposed to refine the RAG framework for accu- racy, relati…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核心模块：Additionally, it incorporates semantic-enhanced indexing, utility-enhanced retrieval, and citation-enhanced generation,…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核心模块：Its capabilities are structured into three modular components: the offline indexing module, the retrieval module, and t…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TrustRAG: An Information Assistant with Retrieval Augmented Generation Yixing Fan † , ‡ , Qiang Yan † , Wenshan Wang †…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While numerous improvements and open-source tools have been proposed to refine the RAG framework for accu- racy, relati…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Additionally, it incorporates semantic-enhanced indexing, utility-enhanced retrieval, and citation-enhanced generation,…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Its capabilities are structured into three modular components: the offline indexing module, the retrieval module, and t…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流程阶段：3 TRUSTRAG LIBRARY TrustRAG is a configurable and modular Retrieval-Augmented Gen- eration framework designed for "reli…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流程阶段：This evaluation goes beyond surface-level similarity, incorporating deeper contextual un- derstanding to ensure that on…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Query Optimization: TrustRAG enhances query accuracy and efficiency through techniques such as query expansion, decom…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Content Compression: This module extracts high-value in- formation from large volumes of retrieved content using use-…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输出结果：TrustRAG: An Information Assistant with Retrieval Augmented Generation Yixing Fan † , ‡ , Qiang Yan † , Wenshan Wang †…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输出结果：While numerous improvements and open-source tools have been proposed to refine the RAG framework for accu- racy, relati…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address this gap, we introduce TrustRAG, a novel framework that enhances RAG from three per- spectives: indexing, re…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结果：TrustRAG: An Information Assistant with Retrieval Augmented Generation Yixing Fan † , ‡ , Qiang Yan † , Wenshan Wang †…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结果：While numerous improvements and open-source tools have been proposed to refine the RAG framework for accu- racy, relati…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address this gap, we introduce TrustRAG, a novel framework that enhances RAG from three per- spectives: indexing, re…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结果：In the retrieval stage, we introduce a utility-based filtering mecha- nism to identify high-quality information, suppor…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创新点：CONCLUSION In this demo, we introduce a novel TrustRAG system for risk-aware information seeking scenarios.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2026-05-10T07:26:24Z</dcterms:created>
  <dcterms:modified xsi:type="dcterms:W3CDTF">2026-05-10T07:26:24Z</dcterms:modified>
</cp:coreProperties>
</file>