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 are out at elbows when solving complicated spatial-temporal data: they usually utilize separate modules for spatial and temporal correlations, or they only use inde- pendent components capturing localized or global heteroge- neous dependencies. To overcome those limitations, our pa- per proposes a novel Spatial-Temporal Fusion Graph Neu- ral Networks (STFGNN) for traffic flow forecasting. First, a data-drive…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Spatial-temporal data forecasting of traffic flow is a chal- lenging task because of complicated spatial dependencies and dynamical trends of temporal pattern between different roads. Existing frameworks typically utilize given sp…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输入信息：Experimental results on several public traffic datasets demonstrate that our method achieves state-of-the- art performa…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输入信息：• To make thorough comparisons and test performance in complicated cases, extensive experiments are conducted on four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输入信息：Algorithm 1: Temporal Graph Generation Input: N time series from V 1 W Initialization, reset to zero matrix TDL: Tempor…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 are out at elbows when solving complicated spatial-temporal data: they usually utilize separate modules for spatial and temporal correlations, or they only use inde- pendent components capturing localized or global heteroge- neous dependencies. To overcome those limitations, our pa- per proposes a novel Spatial-Temporal Fusion Graph Neu- ral Networks (STFGNN) for traffic flow forecasting. First, a data-drive…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核心模块：Spatial-Temporal Fusion Graph Neural Networks for Traffic Flow Forecasting Mengzhang Li, Zhanxing Zhu Peking University…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核心模块：Furthermore, exist- ing methods are out at elbows when solving complicated spatial-temporal data: they usually utilize…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核心模块：To overcome those limitations, our pa- per proposes a novel Spatial-Temporal Fusion Graph Neu- ral Networks for traffic…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核心模块：SFTGNN could effectively learn hidden spatial-temporal dependencies by a novel fusion op- eration of various spatial an…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Spatial-Temporal Fusion Graph Neural Networks for Traffic Flow Forecasting Mengzhang Li, Zhanxing Zhu Peking University…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Furthermore, exist- ing methods are out at elbows when solving complicated spatial-temporal data: they usually utilize…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To overcome those limitations, our pa- per proposes a novel Spatial-Temporal Fusion Graph Neu- ral Networks for traffic…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SFTGNN could effectively learn hidden spatial-temporal dependencies by a novel fusion op- eration of various spatial an…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流程阶段：2020) may still be time-consuming in inference.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流程阶段：They would be more effec- tive when training than LSTM but still make predictions step by step due to their autoregress…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流程阶段：Experiment Settings To make fair comparison with previous baselines, we split the data with ratio 6 : 2 : 2 at PEMS03,…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输出结果：Experimental results on several public traffic datasets demonstrate that our method achieves state-of-the- art performa…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输出结果：Many works have achieved impressive per- formance on prediction accuracy.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输出结果：However, it may face overfitting of spatial-temporal dependencies learning due to dynami- cal change and noisy informat…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结果：Experimental results on several public traffic datasets demonstrate that our method achieves state-of-the- art performa…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结果：Many works have achieved impressive per- formance on prediction accuracy.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结果：However, it may face overfitting of spatial-temporal dependencies learning due to dynami- cal change and noisy informat…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结果：The results show our model consistently out- performs baselines, which strongly proves our proposed model could handle…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创新点：contributions of this work are as follows.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创新点：• We construct a novel graph by a data-driven method, which preserve hidden spatial-temporal dependencies.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创新点：Then, we propose a novel spatial-temporal fusion graph module to capture spatial-temporal dependencies synchronously.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创新点：• We propose an effective framework to capture local and global correlations simultaneously, by assembling a Gated dila…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2026-05-05T16:46:39Z</dcterms:created>
  <dcterms:modified xsi:type="dcterms:W3CDTF">2026-05-05T16:46:39Z</dcterms:modified>
</cp:coreProperties>
</file>