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用户补充要求：warn check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Answering real-world geospatial questions—such as finding restaurants along a travel route or amenities near a landmark—requires reasoning over both geographic relationships and semantic user intent. However, Existing large langua…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输入信息：Experiments across multiple tourism and map-based QA datasets show that Spatial-RAG significantly improves accuracy, pr…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输入信息：For example, as illustrated in Figure 1, answering the question requires LLMs to elicit and formulate the user’s textua…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流程阶段：It formulates the answering process as a multi-objective optimization over spatial and semantic relevance, identifying…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流程阶段：In this paper, we introduce Spatial Retrieval-Augmented Generation , a new framework that unifies text-guided spatial 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Real-world evaluation: We evaluated our method on multiple real-world datasets consisting of user-generated QA pairs…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流程阶段：Resolving such queries requires a profound understanding of spatial concepts and robust reasoning skills, which largely…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输出结果：Some work has explored fine-tuning LLMs on spatial tasks , but the resulting models are often tailored to narrow applic…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结果：Thus, the system must seamlessly integrate structured spatial retrieval with unstructured text-based reasoning, ensurin…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创新点：contribution.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创新点：Geospatial reasoning has a longstanding role in AI research, yet classical methods—such as spatial databases and GIS qu…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创新点：用户强调：warn check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2026-05-05T16:51:38Z</dcterms:created>
  <dcterms:modified xsi:type="dcterms:W3CDTF">2026-05-05T16:51:38Z</dcterms:modified>
</cp:coreProperties>
</file>